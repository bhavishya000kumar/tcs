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319" r:id="rId3"/>
    <p:sldId id="320" r:id="rId4"/>
    <p:sldId id="321" r:id="rId5"/>
    <p:sldId id="322" r:id="rId6"/>
    <p:sldId id="323" r:id="rId7"/>
    <p:sldId id="324" r:id="rId8"/>
    <p:sldId id="325" r:id="rId9"/>
    <p:sldId id="326" r:id="rId10"/>
    <p:sldId id="327" r:id="rId11"/>
    <p:sldId id="328" r:id="rId12"/>
    <p:sldId id="329" r:id="rId13"/>
    <p:sldId id="330" r:id="rId14"/>
    <p:sldId id="331" r:id="rId15"/>
    <p:sldId id="332" r:id="rId16"/>
    <p:sldId id="333" r:id="rId17"/>
    <p:sldId id="334" r:id="rId18"/>
    <p:sldId id="335" r:id="rId19"/>
    <p:sldId id="336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8" d="100"/>
          <a:sy n="58" d="100"/>
        </p:scale>
        <p:origin x="58" y="40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078994-2D75-3252-D00E-86C2F414F73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BDBAD78-6697-CCBF-A985-460AB6FCB20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609798-080E-8EF8-8E4B-5F05C64C09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A274A5-EFDB-48F0-830A-215EF48B12F0}" type="datetimeFigureOut">
              <a:rPr lang="en-IN" smtClean="0"/>
              <a:t>26-06-2026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F9222B-EB2B-6975-3860-25F28D53DE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1AE28F-2A4C-C272-CC87-A6493AA7D1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EFFE1D-127C-4C05-AB70-5FA371E299D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863443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95F4E3-EB26-0FF0-F06C-480AFF891B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02D70D-EABB-2133-C021-D7864460FF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6FE6DE-DBDC-C846-C527-9782C66FC9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A274A5-EFDB-48F0-830A-215EF48B12F0}" type="datetimeFigureOut">
              <a:rPr lang="en-IN" smtClean="0"/>
              <a:t>26-06-2026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03A233-E242-463E-BD5A-92FAEFABE9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F298A0-BE6E-545E-994B-93C8AE5366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EFFE1D-127C-4C05-AB70-5FA371E299D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729922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F436D5-4470-D370-C05B-45A738AE22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1A8B32-2E84-AA2C-D557-CD7B9182A4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D8981C-BACC-BB47-FF5F-9BF7D82BA6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A274A5-EFDB-48F0-830A-215EF48B12F0}" type="datetimeFigureOut">
              <a:rPr lang="en-IN" smtClean="0"/>
              <a:t>26-06-2026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D0E6EA-F5F6-A258-A5B3-8A984E17E8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9A9B86-D8FF-8158-6DBA-83BC000F95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EFFE1D-127C-4C05-AB70-5FA371E299D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861820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EB980C-68F9-3C35-1EB5-0AEC395FE2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C57164-57D7-426F-9D52-7643AABB364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9F89694-B070-7816-E994-41416B302D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70CF595-17D1-7175-2C37-3E595A71A4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A274A5-EFDB-48F0-830A-215EF48B12F0}" type="datetimeFigureOut">
              <a:rPr lang="en-IN" smtClean="0"/>
              <a:t>26-06-2026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725D12-5D7B-50B2-747B-DCF4027851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A110E73-4853-47CC-3391-EB3E90F55E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EFFE1D-127C-4C05-AB70-5FA371E299D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334208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DC5CA0-077D-96FB-0A6B-92E8E1B67A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93CA92-A8B0-64F8-840C-105784C9FF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20D5C13-3689-C22B-F46C-24FE260B673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F2DD363-531D-F263-2E9E-E6EBC4EEA65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998C6DB-DEF7-FD96-2A75-6D627B1CBB6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493AA35-FEEA-188D-231E-A4C54A891A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A274A5-EFDB-48F0-830A-215EF48B12F0}" type="datetimeFigureOut">
              <a:rPr lang="en-IN" smtClean="0"/>
              <a:t>26-06-2026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27FA476-D144-AA7E-6569-DF2A16CD7E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845BDB0-1441-352E-AA14-C8838AF5D1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EFFE1D-127C-4C05-AB70-5FA371E299D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884470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B20DD2-F47A-0D2C-1C57-E315BC1D7F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E8DF62C-D905-F102-1154-17E8EDA1E2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A274A5-EFDB-48F0-830A-215EF48B12F0}" type="datetimeFigureOut">
              <a:rPr lang="en-IN" smtClean="0"/>
              <a:t>26-06-2026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BC20314-7745-606E-11CB-148AD4F4D6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6DCE141-D415-DDFB-9E6E-D7BDF481D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EFFE1D-127C-4C05-AB70-5FA371E299D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295318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5259DA9-300C-900C-3040-F183A10FAE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A274A5-EFDB-48F0-830A-215EF48B12F0}" type="datetimeFigureOut">
              <a:rPr lang="en-IN" smtClean="0"/>
              <a:t>26-06-2026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97DCB34-82A3-C23C-4A10-4808FD180D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3D54B5-3383-3C63-D473-921964C0E8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EFFE1D-127C-4C05-AB70-5FA371E299D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97201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DD0B71-6223-56B7-9A51-991B77F0C7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4236AB-5647-8B41-867B-B76B054706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D07ECBF-7D17-4676-FDB9-7AAAF07FB4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83C6A6E-E705-F3B8-1BCE-F82D637958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A274A5-EFDB-48F0-830A-215EF48B12F0}" type="datetimeFigureOut">
              <a:rPr lang="en-IN" smtClean="0"/>
              <a:t>26-06-2026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66792B4-B32C-1FEE-DA66-4919FA48CF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B1E473C-88CF-6493-0152-4EA113F8C8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EFFE1D-127C-4C05-AB70-5FA371E299D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6098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C2D2A0-1DEF-C474-C425-76C331F69F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192FC14-348D-FA69-0455-07D6A7AA58B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A00AD06-0080-081C-203C-C56B662AE7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3177786-88A6-033B-068A-D3AD40206B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A274A5-EFDB-48F0-830A-215EF48B12F0}" type="datetimeFigureOut">
              <a:rPr lang="en-IN" smtClean="0"/>
              <a:t>26-06-2026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AF422CA-5C4C-D6ED-DAF4-6D7366A0EE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D36F9E-5BAD-9659-77A6-E927F1D628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EFFE1D-127C-4C05-AB70-5FA371E299D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572363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E6925E-5D5E-CC4A-A8C5-1058397228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D45ED2A-FF48-ECCD-0AA6-426814A00A3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3B5BDC-D882-F903-BB04-0296A500E6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A274A5-EFDB-48F0-830A-215EF48B12F0}" type="datetimeFigureOut">
              <a:rPr lang="en-IN" smtClean="0"/>
              <a:t>26-06-2026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C5FBA6-FC3B-6298-D514-89AFA45614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E7D5DB-33E2-F5F2-2F15-50E1D97AD6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EFFE1D-127C-4C05-AB70-5FA371E299D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729006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1408D16-049B-B9A4-8926-D9E4F572BB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E9CD127-67DC-0CA5-1B8C-56293BAF2E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7836F1-AF61-6FCA-C43F-7BC544A755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A274A5-EFDB-48F0-830A-215EF48B12F0}" type="datetimeFigureOut">
              <a:rPr lang="en-IN" smtClean="0"/>
              <a:t>26-06-2026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BAFC88-2A4D-86B0-52A4-474DE43E44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B19D22-6ED2-9BFF-E3C9-0227DC47EA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EFFE1D-127C-4C05-AB70-5FA371E299D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631143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53E8F82-88A4-F84D-5203-BC8542FCEB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86942D-A524-A94E-8834-960A5B2F24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76D22F-4AE4-5686-A9ED-83B8BB0B534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BA274A5-EFDB-48F0-830A-215EF48B12F0}" type="datetimeFigureOut">
              <a:rPr lang="en-IN" smtClean="0"/>
              <a:t>26-06-2026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EDA5FA-D239-7C7A-4A2D-545D151B275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32FB90-763D-A490-4DE4-DE91951ACA1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EFFE1D-127C-4C05-AB70-5FA371E299D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067653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34AEA5-C2B8-A263-CCB3-4D488EEC496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B3EFD86-A0CD-C295-0308-DED0F3882EB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7624429-DCF3-2A02-B8BB-344EEDECE5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9759" y="807493"/>
            <a:ext cx="9472481" cy="52430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696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1CF2F7-85F3-158D-4159-2D1DEC08DA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2E81BEA-B7D1-B384-A02F-4D31188642CA}"/>
              </a:ext>
            </a:extLst>
          </p:cNvPr>
          <p:cNvSpPr txBox="1"/>
          <p:nvPr/>
        </p:nvSpPr>
        <p:spPr>
          <a:xfrm>
            <a:off x="127819" y="147484"/>
            <a:ext cx="12064181" cy="65556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/>
              <a:t>.</a:t>
            </a:r>
            <a:r>
              <a:rPr lang="en-IN" sz="2400" dirty="0" err="1"/>
              <a:t>ryryrrr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C965DB9-508A-9883-2139-1EC0BF08B5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157" y="10391"/>
            <a:ext cx="5464013" cy="406181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A45137F-C7E1-4904-F382-5954E52590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6049" y="4072203"/>
            <a:ext cx="6569009" cy="1943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64979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42409D-D363-7BA1-6F20-8535FB68FA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C59EE57-FE00-CBF1-AFDE-63874E577023}"/>
              </a:ext>
            </a:extLst>
          </p:cNvPr>
          <p:cNvSpPr txBox="1"/>
          <p:nvPr/>
        </p:nvSpPr>
        <p:spPr>
          <a:xfrm>
            <a:off x="127819" y="147484"/>
            <a:ext cx="12064181" cy="65556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/>
              <a:t>.</a:t>
            </a:r>
            <a:r>
              <a:rPr lang="en-IN" sz="2400" dirty="0" err="1"/>
              <a:t>ryryrrr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AC925B1-AB31-8D74-41A7-7578B43811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819" y="154875"/>
            <a:ext cx="4892464" cy="445808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8D0F9FA-6EEF-221A-278F-C170F6ABD3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02829" y="719571"/>
            <a:ext cx="5540220" cy="43056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59979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F878AD-2C36-23B6-E260-2BBFD94CAB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5FD904B-4814-4987-1480-A991B603A269}"/>
              </a:ext>
            </a:extLst>
          </p:cNvPr>
          <p:cNvSpPr txBox="1"/>
          <p:nvPr/>
        </p:nvSpPr>
        <p:spPr>
          <a:xfrm>
            <a:off x="127819" y="147484"/>
            <a:ext cx="12064181" cy="65556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/>
              <a:t>.</a:t>
            </a:r>
            <a:r>
              <a:rPr lang="en-IN" sz="2400" dirty="0" err="1"/>
              <a:t>ryryrrr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E891A85-6737-016F-44B3-AD375E4FD3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582" y="178903"/>
            <a:ext cx="5067739" cy="324640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E88BDBA-6EB2-547F-6045-089ECBF3B8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1681" y="272445"/>
            <a:ext cx="4503810" cy="50143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4692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EA776E-6C32-0262-1F44-0C9EDDF8BD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7F4904B-CD71-AC3C-05FE-28EF5A9ED70E}"/>
              </a:ext>
            </a:extLst>
          </p:cNvPr>
          <p:cNvSpPr txBox="1"/>
          <p:nvPr/>
        </p:nvSpPr>
        <p:spPr>
          <a:xfrm>
            <a:off x="127819" y="147484"/>
            <a:ext cx="12064181" cy="65556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/>
              <a:t>.</a:t>
            </a:r>
            <a:r>
              <a:rPr lang="en-IN" sz="2400" dirty="0" err="1"/>
              <a:t>ryryrrr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B2CC524-A929-B9B7-ADA1-54B0DE4C0B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833" y="154875"/>
            <a:ext cx="8623954" cy="5861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2012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DCCBC9-F3A5-ED8E-716B-25B13B6704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359E666-B768-2EE9-3D31-2DB79B80B4C0}"/>
              </a:ext>
            </a:extLst>
          </p:cNvPr>
          <p:cNvSpPr txBox="1"/>
          <p:nvPr/>
        </p:nvSpPr>
        <p:spPr>
          <a:xfrm>
            <a:off x="127819" y="147484"/>
            <a:ext cx="12064181" cy="65556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/>
              <a:t>.</a:t>
            </a:r>
            <a:r>
              <a:rPr lang="en-IN" sz="2400" dirty="0" err="1"/>
              <a:t>ryryrrr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C431AD3-F6C3-9521-9BDF-3CACE08ED8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6348" y="294328"/>
            <a:ext cx="8825948" cy="49605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56099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E962AD-2BCB-CDD2-6EEA-046C1A8D17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A61CD30-5488-7E6A-994C-5988E90D2847}"/>
              </a:ext>
            </a:extLst>
          </p:cNvPr>
          <p:cNvSpPr txBox="1"/>
          <p:nvPr/>
        </p:nvSpPr>
        <p:spPr>
          <a:xfrm>
            <a:off x="127819" y="147484"/>
            <a:ext cx="12064181" cy="65556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/>
              <a:t>.</a:t>
            </a:r>
            <a:r>
              <a:rPr lang="en-IN" sz="2400" dirty="0" err="1"/>
              <a:t>ryryrrr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6730201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349ECC-9F44-C65F-E295-A60BD8F0FA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2922DCD-1EE7-7AF7-7FC2-0215BB4C1DD6}"/>
              </a:ext>
            </a:extLst>
          </p:cNvPr>
          <p:cNvSpPr txBox="1"/>
          <p:nvPr/>
        </p:nvSpPr>
        <p:spPr>
          <a:xfrm>
            <a:off x="127819" y="147484"/>
            <a:ext cx="12064181" cy="65556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/>
              <a:t>.</a:t>
            </a:r>
            <a:r>
              <a:rPr lang="en-IN" sz="2400" dirty="0" err="1"/>
              <a:t>ryryrrr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5586855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8BDAD5-41EF-7C27-4604-C81A50B19B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290CA09-C535-D009-0BA6-729488180258}"/>
              </a:ext>
            </a:extLst>
          </p:cNvPr>
          <p:cNvSpPr txBox="1"/>
          <p:nvPr/>
        </p:nvSpPr>
        <p:spPr>
          <a:xfrm>
            <a:off x="127819" y="147484"/>
            <a:ext cx="12064181" cy="65556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/>
              <a:t>.</a:t>
            </a:r>
            <a:r>
              <a:rPr lang="en-IN" sz="2400" dirty="0" err="1"/>
              <a:t>ryryrrr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2073785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134A45-5D6B-82DC-EECC-38E4F83215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A1D7A74-887B-51BA-9C75-FFF2E77ED5CA}"/>
              </a:ext>
            </a:extLst>
          </p:cNvPr>
          <p:cNvSpPr txBox="1"/>
          <p:nvPr/>
        </p:nvSpPr>
        <p:spPr>
          <a:xfrm>
            <a:off x="127819" y="147484"/>
            <a:ext cx="12064181" cy="65556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/>
              <a:t>.</a:t>
            </a:r>
            <a:r>
              <a:rPr lang="en-IN" sz="2400" dirty="0" err="1"/>
              <a:t>ryryrrr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2137315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1276CF-26A9-CC77-527E-CF14973EB3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098B2EF-013A-4316-3EE5-231D3AAF7E88}"/>
              </a:ext>
            </a:extLst>
          </p:cNvPr>
          <p:cNvSpPr txBox="1"/>
          <p:nvPr/>
        </p:nvSpPr>
        <p:spPr>
          <a:xfrm>
            <a:off x="127819" y="147484"/>
            <a:ext cx="12064181" cy="65556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/>
              <a:t>.</a:t>
            </a:r>
            <a:r>
              <a:rPr lang="en-IN" sz="2400" dirty="0" err="1"/>
              <a:t>ryryrrr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9392596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169658-F2FE-4E7E-7AFE-0DA4B7F2FC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1361BCF-6731-D4BD-32A9-40327F8EEB34}"/>
              </a:ext>
            </a:extLst>
          </p:cNvPr>
          <p:cNvSpPr txBox="1"/>
          <p:nvPr/>
        </p:nvSpPr>
        <p:spPr>
          <a:xfrm>
            <a:off x="127819" y="147484"/>
            <a:ext cx="12064181" cy="65556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/>
              <a:t>.</a:t>
            </a:r>
            <a:r>
              <a:rPr lang="en-IN" sz="2400" dirty="0" err="1"/>
              <a:t>ryryrrr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78741632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D70232-DBA2-85AC-7C17-65154F9322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AEDEAB9-9AD8-CB61-B50B-2D0FF2A81C2B}"/>
              </a:ext>
            </a:extLst>
          </p:cNvPr>
          <p:cNvSpPr txBox="1"/>
          <p:nvPr/>
        </p:nvSpPr>
        <p:spPr>
          <a:xfrm>
            <a:off x="127819" y="147484"/>
            <a:ext cx="12064181" cy="65556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/>
              <a:t>.</a:t>
            </a:r>
            <a:r>
              <a:rPr lang="en-IN" sz="2400" dirty="0" err="1"/>
              <a:t>ryryrrr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42921808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1A952C-D8F7-7054-2983-C59C0C7597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AD74548-5889-D2DF-0302-687BFFC34B7F}"/>
              </a:ext>
            </a:extLst>
          </p:cNvPr>
          <p:cNvSpPr txBox="1"/>
          <p:nvPr/>
        </p:nvSpPr>
        <p:spPr>
          <a:xfrm>
            <a:off x="127819" y="147484"/>
            <a:ext cx="12064181" cy="65556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/>
              <a:t>.</a:t>
            </a:r>
            <a:r>
              <a:rPr lang="en-IN" sz="2400" dirty="0" err="1"/>
              <a:t>ryryrrr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24952769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3C2352-2DCD-D592-9B24-BE4787BBD0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19F2C82-9199-BB89-89CC-86D17F835B41}"/>
              </a:ext>
            </a:extLst>
          </p:cNvPr>
          <p:cNvSpPr txBox="1"/>
          <p:nvPr/>
        </p:nvSpPr>
        <p:spPr>
          <a:xfrm>
            <a:off x="127819" y="147484"/>
            <a:ext cx="12064181" cy="65556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/>
              <a:t>.</a:t>
            </a:r>
            <a:r>
              <a:rPr lang="en-IN" sz="2400" dirty="0" err="1"/>
              <a:t>ryryrrr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71669560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37B184-CEE3-FFC1-720E-A96CCC9BE3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E2924E8-EC9F-4D1C-660F-DE4D7566D47A}"/>
              </a:ext>
            </a:extLst>
          </p:cNvPr>
          <p:cNvSpPr txBox="1"/>
          <p:nvPr/>
        </p:nvSpPr>
        <p:spPr>
          <a:xfrm>
            <a:off x="127819" y="147484"/>
            <a:ext cx="12064181" cy="65556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/>
              <a:t>.</a:t>
            </a:r>
            <a:r>
              <a:rPr lang="en-IN" sz="2400" dirty="0" err="1"/>
              <a:t>ryryrrr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91921302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A9C0EF-8AED-A064-3A84-99BE3DEF9E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DE89422-858F-AC7D-F844-DE323F5A0FB6}"/>
              </a:ext>
            </a:extLst>
          </p:cNvPr>
          <p:cNvSpPr txBox="1"/>
          <p:nvPr/>
        </p:nvSpPr>
        <p:spPr>
          <a:xfrm>
            <a:off x="127819" y="147484"/>
            <a:ext cx="12064181" cy="65556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/>
              <a:t>.</a:t>
            </a:r>
            <a:r>
              <a:rPr lang="en-IN" sz="2400" dirty="0" err="1"/>
              <a:t>ryryrrr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78283971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A4CD86-4C10-DBFA-6EC4-36E8DE2C5A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EF8B100-B5F6-0337-8E60-0B1A20992F72}"/>
              </a:ext>
            </a:extLst>
          </p:cNvPr>
          <p:cNvSpPr txBox="1"/>
          <p:nvPr/>
        </p:nvSpPr>
        <p:spPr>
          <a:xfrm>
            <a:off x="127819" y="147484"/>
            <a:ext cx="12064181" cy="65556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/>
              <a:t>.</a:t>
            </a:r>
            <a:r>
              <a:rPr lang="en-IN" sz="2400" dirty="0" err="1"/>
              <a:t>ryryrrr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64272582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A93785-8CC1-5329-3D44-991C0CF7BD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7023B0E-433B-DFD4-E30A-D5FBD3CC578E}"/>
              </a:ext>
            </a:extLst>
          </p:cNvPr>
          <p:cNvSpPr txBox="1"/>
          <p:nvPr/>
        </p:nvSpPr>
        <p:spPr>
          <a:xfrm>
            <a:off x="127819" y="147484"/>
            <a:ext cx="12064181" cy="65556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/>
              <a:t>.</a:t>
            </a:r>
            <a:r>
              <a:rPr lang="en-IN" sz="2400" dirty="0" err="1"/>
              <a:t>ryryrrr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8611542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206</TotalTime>
  <Words>54</Words>
  <Application>Microsoft Office PowerPoint</Application>
  <PresentationFormat>Widescreen</PresentationFormat>
  <Paragraphs>414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bhavishya kumar mahtao</dc:creator>
  <cp:lastModifiedBy>bhavishya kumar mahtao</cp:lastModifiedBy>
  <cp:revision>2</cp:revision>
  <dcterms:created xsi:type="dcterms:W3CDTF">2026-06-25T05:21:03Z</dcterms:created>
  <dcterms:modified xsi:type="dcterms:W3CDTF">2026-06-26T11:30:20Z</dcterms:modified>
</cp:coreProperties>
</file>